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50" d="100"/>
          <a:sy n="150" d="100"/>
        </p:scale>
        <p:origin x="2094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94774" y="182880"/>
            <a:ext cx="455445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/>
              <a:t>besma 안전보건플랫폼 아키텍처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91440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 err="1">
                <a:solidFill>
                  <a:schemeClr val="tx1"/>
                </a:solidFill>
              </a:rPr>
              <a:t>클라이언트</a:t>
            </a:r>
            <a:r>
              <a:rPr sz="1400" b="1" dirty="0">
                <a:solidFill>
                  <a:schemeClr val="tx1"/>
                </a:solidFill>
              </a:rPr>
              <a:t>
(Web / Mobile)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097280"/>
            <a:ext cx="2743200" cy="91440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chemeClr val="tx1"/>
                </a:solidFill>
              </a:rPr>
              <a:t>API Gateway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6858000" cy="182880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 err="1">
                <a:solidFill>
                  <a:schemeClr val="tx1"/>
                </a:solidFill>
              </a:rPr>
              <a:t>서비스</a:t>
            </a:r>
            <a:r>
              <a:rPr sz="1400" b="1" dirty="0">
                <a:solidFill>
                  <a:schemeClr val="tx1"/>
                </a:solidFill>
              </a:rPr>
              <a:t> </a:t>
            </a:r>
            <a:r>
              <a:rPr sz="1400" b="1" dirty="0" err="1">
                <a:solidFill>
                  <a:schemeClr val="tx1"/>
                </a:solidFill>
              </a:rPr>
              <a:t>계층</a:t>
            </a:r>
            <a:r>
              <a:rPr sz="1400" b="1" dirty="0">
                <a:solidFill>
                  <a:schemeClr val="tx1"/>
                </a:solidFill>
              </a:rPr>
              <a:t>
- </a:t>
            </a:r>
            <a:r>
              <a:rPr sz="1400" b="1" dirty="0" err="1">
                <a:solidFill>
                  <a:schemeClr val="tx1"/>
                </a:solidFill>
              </a:rPr>
              <a:t>인증</a:t>
            </a:r>
            <a:r>
              <a:rPr sz="1400" b="1" dirty="0">
                <a:solidFill>
                  <a:schemeClr val="tx1"/>
                </a:solidFill>
              </a:rPr>
              <a:t>
- </a:t>
            </a:r>
            <a:r>
              <a:rPr sz="1400" b="1" dirty="0" err="1">
                <a:solidFill>
                  <a:schemeClr val="tx1"/>
                </a:solidFill>
              </a:rPr>
              <a:t>사용자관리</a:t>
            </a:r>
            <a:r>
              <a:rPr sz="1400" b="1" dirty="0">
                <a:solidFill>
                  <a:schemeClr val="tx1"/>
                </a:solidFill>
              </a:rPr>
              <a:t>
- </a:t>
            </a:r>
            <a:r>
              <a:rPr sz="1400" b="1" dirty="0" err="1">
                <a:solidFill>
                  <a:schemeClr val="tx1"/>
                </a:solidFill>
              </a:rPr>
              <a:t>안전관리</a:t>
            </a:r>
            <a:r>
              <a:rPr sz="1400" b="1" dirty="0">
                <a:solidFill>
                  <a:schemeClr val="tx1"/>
                </a:solidFill>
              </a:rPr>
              <a:t>
- </a:t>
            </a:r>
            <a:r>
              <a:rPr sz="1400" b="1" dirty="0" err="1">
                <a:solidFill>
                  <a:schemeClr val="tx1"/>
                </a:solidFill>
              </a:rPr>
              <a:t>문서</a:t>
            </a:r>
            <a:r>
              <a:rPr sz="1400" b="1" dirty="0">
                <a:solidFill>
                  <a:schemeClr val="tx1"/>
                </a:solidFill>
              </a:rPr>
              <a:t>
- </a:t>
            </a:r>
            <a:r>
              <a:rPr sz="1400" b="1" dirty="0" err="1">
                <a:solidFill>
                  <a:schemeClr val="tx1"/>
                </a:solidFill>
              </a:rPr>
              <a:t>알림</a:t>
            </a:r>
            <a:r>
              <a:rPr sz="1400" b="1" dirty="0">
                <a:solidFill>
                  <a:schemeClr val="tx1"/>
                </a:solidFill>
              </a:rPr>
              <a:t>
- </a:t>
            </a:r>
            <a:r>
              <a:rPr sz="1400" b="1" dirty="0" err="1">
                <a:solidFill>
                  <a:schemeClr val="tx1"/>
                </a:solidFill>
              </a:rPr>
              <a:t>리포트</a:t>
            </a:r>
            <a:endParaRPr sz="1400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4389120"/>
            <a:ext cx="3200400" cy="91440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 err="1">
                <a:solidFill>
                  <a:schemeClr val="tx1"/>
                </a:solidFill>
              </a:rPr>
              <a:t>데이터</a:t>
            </a:r>
            <a:r>
              <a:rPr sz="1400" b="1" dirty="0">
                <a:solidFill>
                  <a:schemeClr val="tx1"/>
                </a:solidFill>
              </a:rPr>
              <a:t> </a:t>
            </a:r>
            <a:r>
              <a:rPr sz="1400" b="1" dirty="0" err="1">
                <a:solidFill>
                  <a:schemeClr val="tx1"/>
                </a:solidFill>
              </a:rPr>
              <a:t>계층</a:t>
            </a:r>
            <a:r>
              <a:rPr sz="1400" b="1" dirty="0">
                <a:solidFill>
                  <a:schemeClr val="tx1"/>
                </a:solidFill>
              </a:rPr>
              <a:t>
- DB
- </a:t>
            </a:r>
            <a:r>
              <a:rPr sz="1400" b="1" dirty="0" err="1">
                <a:solidFill>
                  <a:schemeClr val="tx1"/>
                </a:solidFill>
              </a:rPr>
              <a:t>파일저장소</a:t>
            </a:r>
            <a:endParaRPr sz="1400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114800" y="4389120"/>
            <a:ext cx="3200400" cy="91440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chemeClr val="tx1"/>
                </a:solidFill>
              </a:rPr>
              <a:t>외부 연동
- 카카오
- NAS
- 엑셀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51</Words>
  <Application>Microsoft Office PowerPoint</Application>
  <PresentationFormat>화면 슬라이드 쇼(4:3)</PresentationFormat>
  <Paragraphs>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상익 정</cp:lastModifiedBy>
  <cp:revision>2</cp:revision>
  <dcterms:created xsi:type="dcterms:W3CDTF">2013-01-27T09:14:16Z</dcterms:created>
  <dcterms:modified xsi:type="dcterms:W3CDTF">2025-11-01T17:49:40Z</dcterms:modified>
  <cp:category/>
</cp:coreProperties>
</file>